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Week 3 CRUD TODO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RESTful API for Managing Todo Tasks</a:t>
            </a:r>
          </a:p>
          <a:p>
            <a:r>
              <a:t>Built with Node.js &amp; Express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📝 A simple but complete CRUD (Create, Read, Update, Delete) API</a:t>
            </a:r>
          </a:p>
          <a:p>
            <a:pPr>
              <a:spcAft>
                <a:spcPts val="1200"/>
              </a:spcAft>
              <a:defRPr sz="1800"/>
            </a:pPr>
            <a:r>
              <a:t>🎯 Manages a collection of todo tasks</a:t>
            </a:r>
          </a:p>
          <a:p>
            <a:pPr>
              <a:spcAft>
                <a:spcPts val="1200"/>
              </a:spcAft>
              <a:defRPr sz="1800"/>
            </a:pPr>
            <a:r>
              <a:t>🚀 Built with Node.js and Express.js</a:t>
            </a:r>
          </a:p>
          <a:p>
            <a:pPr>
              <a:spcAft>
                <a:spcPts val="1200"/>
              </a:spcAft>
              <a:defRPr sz="1800"/>
            </a:pPr>
            <a:r>
              <a:t>💾 In-memory data storage (array-based)</a:t>
            </a:r>
          </a:p>
          <a:p>
            <a:pPr>
              <a:spcAft>
                <a:spcPts val="1200"/>
              </a:spcAft>
              <a:defRPr sz="1800"/>
            </a:pPr>
            <a:r>
              <a:t>✅ Supports all standard REST operations</a:t>
            </a:r>
          </a:p>
          <a:p>
            <a:pPr>
              <a:spcAft>
                <a:spcPts val="1200"/>
              </a:spcAft>
              <a:defRPr sz="1800"/>
            </a:pPr>
            <a:r>
              <a:t>🔍 Includes filtering for active todos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Node.js - JavaScript runtime environment</a:t>
            </a:r>
          </a:p>
          <a:p>
            <a:pPr>
              <a:spcAft>
                <a:spcPts val="1200"/>
              </a:spcAft>
              <a:defRPr sz="1800"/>
            </a:pPr>
            <a:r>
              <a:t>Express.js v5.2.1 - Fast, minimalist web framework</a:t>
            </a:r>
          </a:p>
          <a:p>
            <a:pPr>
              <a:spcAft>
                <a:spcPts val="1200"/>
              </a:spcAft>
              <a:defRPr sz="1800"/>
            </a:pPr>
            <a:r>
              <a:t>dotenv v17.2.3 - Environment variable management</a:t>
            </a:r>
          </a:p>
          <a:p>
            <a:pPr>
              <a:spcAft>
                <a:spcPts val="1200"/>
              </a:spcAft>
              <a:defRPr sz="1800"/>
            </a:pPr>
            <a:r>
              <a:t>nodemon v3.1.11 - Development server with auto-restart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GET /todos - Retrieve all todos</a:t>
            </a:r>
          </a:p>
          <a:p>
            <a:pPr>
              <a:spcAft>
                <a:spcPts val="1200"/>
              </a:spcAft>
              <a:defRPr sz="1800"/>
            </a:pPr>
            <a:r>
              <a:t>GET /todos/active - Get only active (incomplete) todos</a:t>
            </a:r>
          </a:p>
          <a:p>
            <a:pPr>
              <a:spcAft>
                <a:spcPts val="1200"/>
              </a:spcAft>
              <a:defRPr sz="1800"/>
            </a:pPr>
            <a:r>
              <a:t>GET /todos/:id - Get a specific todo by ID</a:t>
            </a:r>
          </a:p>
          <a:p>
            <a:pPr>
              <a:spcAft>
                <a:spcPts val="1200"/>
              </a:spcAft>
              <a:defRPr sz="1800"/>
            </a:pPr>
            <a:r>
              <a:t>POST /todos - Create a new todo</a:t>
            </a:r>
          </a:p>
          <a:p>
            <a:pPr>
              <a:spcAft>
                <a:spcPts val="1200"/>
              </a:spcAft>
              <a:defRPr sz="1800"/>
            </a:pPr>
            <a:r>
              <a:t>PATCH /todos/:id - Update an existing todo</a:t>
            </a:r>
          </a:p>
          <a:p>
            <a:pPr>
              <a:spcAft>
                <a:spcPts val="1200"/>
              </a:spcAft>
              <a:defRPr sz="1800"/>
            </a:pPr>
            <a:r>
              <a:t>DELETE /todos/:id - Delete a todo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GET /todos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Retrieve all todos from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• Returns: Array of all todo objects</a:t>
            </a:r>
          </a:p>
          <a:p>
            <a:pPr>
              <a:spcAft>
                <a:spcPts val="1000"/>
              </a:spcAft>
              <a:defRPr sz="1600"/>
            </a:pPr>
            <a:r>
              <a:t>• Status Code: 200 OK</a:t>
            </a:r>
          </a:p>
          <a:p>
            <a:pPr>
              <a:spcAft>
                <a:spcPts val="1000"/>
              </a:spcAft>
              <a:defRPr sz="1600"/>
            </a:pPr>
            <a:r>
              <a:t>• Response Format: JSON</a:t>
            </a:r>
          </a:p>
          <a:p>
            <a:pPr>
              <a:spcAft>
                <a:spcPts val="1000"/>
              </a:spcAft>
              <a:defRPr sz="1600"/>
            </a:pPr>
            <a:r>
              <a:t>• No parameters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GET /todos/active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Retrieve only incomplete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• Returns: Filtered array of active todos</a:t>
            </a:r>
          </a:p>
          <a:p>
            <a:pPr>
              <a:spcAft>
                <a:spcPts val="1000"/>
              </a:spcAft>
              <a:defRPr sz="1600"/>
            </a:pPr>
            <a:r>
              <a:t>• Status Code: 200 OK</a:t>
            </a:r>
          </a:p>
          <a:p>
            <a:pPr>
              <a:spcAft>
                <a:spcPts val="1000"/>
              </a:spcAft>
              <a:defRPr sz="1600"/>
            </a:pPr>
            <a:r>
              <a:t>• Filters todos where completed = false</a:t>
            </a:r>
          </a:p>
          <a:p>
            <a:pPr>
              <a:spcAft>
                <a:spcPts val="1000"/>
              </a:spcAft>
              <a:defRPr sz="1600"/>
            </a:pPr>
            <a:r>
              <a:t>• Response Format: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GET /todos/:id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Retrieve a specific todo by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• Parameter: id (integer) - Todo ID</a:t>
            </a:r>
          </a:p>
          <a:p>
            <a:pPr>
              <a:spcAft>
                <a:spcPts val="1000"/>
              </a:spcAft>
              <a:defRPr sz="1600"/>
            </a:pPr>
            <a:r>
              <a:t>• Returns: Single todo object</a:t>
            </a:r>
          </a:p>
          <a:p>
            <a:pPr>
              <a:spcAft>
                <a:spcPts val="1000"/>
              </a:spcAft>
              <a:defRPr sz="1600"/>
            </a:pPr>
            <a:r>
              <a:t>• Status Code: 200 OK (found) or 404 Not Found</a:t>
            </a:r>
          </a:p>
          <a:p>
            <a:pPr>
              <a:spcAft>
                <a:spcPts val="1000"/>
              </a:spcAft>
              <a:defRPr sz="1600"/>
            </a:pPr>
            <a:r>
              <a:t>• Response Format: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POST /todos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Create a new todo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• Request Body: { task: string, completed?: boolean }</a:t>
            </a:r>
          </a:p>
          <a:p>
            <a:pPr>
              <a:spcAft>
                <a:spcPts val="1000"/>
              </a:spcAft>
              <a:defRPr sz="1600"/>
            </a:pPr>
            <a:r>
              <a:t>• Validation: task is required and must be non-empty</a:t>
            </a:r>
          </a:p>
          <a:p>
            <a:pPr>
              <a:spcAft>
                <a:spcPts val="1000"/>
              </a:spcAft>
              <a:defRPr sz="1600"/>
            </a:pPr>
            <a:r>
              <a:t>• Returns: Newly created todo object</a:t>
            </a:r>
          </a:p>
          <a:p>
            <a:pPr>
              <a:spcAft>
                <a:spcPts val="1000"/>
              </a:spcAft>
              <a:defRPr sz="1600"/>
            </a:pPr>
            <a:r>
              <a:t>• Status Code: 201 Created or 400 Bad Request</a:t>
            </a:r>
          </a:p>
          <a:p>
            <a:pPr>
              <a:spcAft>
                <a:spcPts val="1000"/>
              </a:spcAft>
              <a:defRPr sz="1600"/>
            </a:pPr>
            <a:r>
              <a:t>• Auto-generates ID and defaults completed to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PATCH /todos/:id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Update an existing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• Parameter: id (integer) - Todo ID</a:t>
            </a:r>
          </a:p>
          <a:p>
            <a:pPr>
              <a:spcAft>
                <a:spcPts val="1000"/>
              </a:spcAft>
              <a:defRPr sz="1600"/>
            </a:pPr>
            <a:r>
              <a:t>• Request Body: Partial todo object (task, completed)</a:t>
            </a:r>
          </a:p>
          <a:p>
            <a:pPr>
              <a:spcAft>
                <a:spcPts val="1000"/>
              </a:spcAft>
              <a:defRPr sz="1600"/>
            </a:pPr>
            <a:r>
              <a:t>• Returns: Updated todo object</a:t>
            </a:r>
          </a:p>
          <a:p>
            <a:pPr>
              <a:spcAft>
                <a:spcPts val="1000"/>
              </a:spcAft>
              <a:defRPr sz="1600"/>
            </a:pPr>
            <a:r>
              <a:t>• Status Code: 200 OK or 404 Not Found</a:t>
            </a:r>
          </a:p>
          <a:p>
            <a:pPr>
              <a:spcAft>
                <a:spcPts val="1000"/>
              </a:spcAft>
              <a:defRPr sz="1600"/>
            </a:pPr>
            <a:r>
              <a:t>• Only provided fields are updated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DELETE /todos/:id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Delete a todo from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• Parameter: id (integer) - Todo ID</a:t>
            </a:r>
          </a:p>
          <a:p>
            <a:pPr>
              <a:spcAft>
                <a:spcPts val="1000"/>
              </a:spcAft>
              <a:defRPr sz="1600"/>
            </a:pPr>
            <a:r>
              <a:t>• Returns: No content</a:t>
            </a:r>
          </a:p>
          <a:p>
            <a:pPr>
              <a:spcAft>
                <a:spcPts val="1000"/>
              </a:spcAft>
              <a:defRPr sz="1600"/>
            </a:pPr>
            <a:r>
              <a:t>• Status Code: 204 No Content or 404 Not Found</a:t>
            </a:r>
          </a:p>
          <a:p>
            <a:pPr>
              <a:spcAft>
                <a:spcPts val="1000"/>
              </a:spcAft>
              <a:defRPr sz="1600"/>
            </a:pPr>
            <a:r>
              <a:t>• Permanently removes the 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Todo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Each todo object has three properties: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  • id (number) - Unique identifier</a:t>
            </a:r>
          </a:p>
          <a:p>
            <a:pPr>
              <a:spcAft>
                <a:spcPts val="1200"/>
              </a:spcAft>
              <a:defRPr sz="1800"/>
            </a:pPr>
            <a:r>
              <a:t>  • task (string) - Description of the task</a:t>
            </a:r>
          </a:p>
          <a:p>
            <a:pPr>
              <a:spcAft>
                <a:spcPts val="1200"/>
              </a:spcAft>
              <a:defRPr sz="1800"/>
            </a:pPr>
            <a:r>
              <a:t>  • completed (boolean) - Task completion status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Example:</a:t>
            </a:r>
          </a:p>
          <a:p>
            <a:pPr>
              <a:spcAft>
                <a:spcPts val="1200"/>
              </a:spcAft>
              <a:defRPr sz="1800"/>
            </a:pPr>
            <a:r>
              <a:t>  { "id": 1, "task": "Learn Node.js", "completed": false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How to Run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Install dependencies:</a:t>
            </a:r>
          </a:p>
          <a:p>
            <a:pPr>
              <a:spcAft>
                <a:spcPts val="1200"/>
              </a:spcAft>
              <a:defRPr sz="1800"/>
            </a:pPr>
            <a:r>
              <a:t>     npm install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Start the server:</a:t>
            </a:r>
          </a:p>
          <a:p>
            <a:pPr>
              <a:spcAft>
                <a:spcPts val="1200"/>
              </a:spcAft>
              <a:defRPr sz="1800"/>
            </a:pPr>
            <a:r>
              <a:t>     npm start     (production)</a:t>
            </a:r>
          </a:p>
          <a:p>
            <a:pPr>
              <a:spcAft>
                <a:spcPts val="1200"/>
              </a:spcAft>
              <a:defRPr sz="1800"/>
            </a:pPr>
            <a:r>
              <a:t>     npm run dev   (development with auto-reload)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Server runs on:</a:t>
            </a:r>
          </a:p>
          <a:p>
            <a:pPr>
              <a:spcAft>
                <a:spcPts val="1200"/>
              </a:spcAft>
              <a:defRPr sz="1800"/>
            </a:pPr>
            <a:r>
              <a:t>     http://localhost:3000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Test with tools like Postman, curl, or any HTTP client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Example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Create a new todo:</a:t>
            </a:r>
          </a:p>
          <a:p>
            <a:pPr>
              <a:spcAft>
                <a:spcPts val="1200"/>
              </a:spcAft>
              <a:defRPr sz="1800"/>
            </a:pPr>
            <a:r>
              <a:t>  POST /todos</a:t>
            </a:r>
          </a:p>
          <a:p>
            <a:pPr>
              <a:spcAft>
                <a:spcPts val="1200"/>
              </a:spcAft>
              <a:defRPr sz="1800"/>
            </a:pPr>
            <a:r>
              <a:t>  Body: { "task": "Complete project" }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Get all todos:</a:t>
            </a:r>
          </a:p>
          <a:p>
            <a:pPr>
              <a:spcAft>
                <a:spcPts val="1200"/>
              </a:spcAft>
              <a:defRPr sz="1800"/>
            </a:pPr>
            <a:r>
              <a:t>  GET /todos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Update a todo:</a:t>
            </a:r>
          </a:p>
          <a:p>
            <a:pPr>
              <a:spcAft>
                <a:spcPts val="1200"/>
              </a:spcAft>
              <a:defRPr sz="1800"/>
            </a:pPr>
            <a:r>
              <a:t>  PATCH /todos/1</a:t>
            </a:r>
          </a:p>
          <a:p>
            <a:pPr>
              <a:spcAft>
                <a:spcPts val="1200"/>
              </a:spcAft>
              <a:defRPr sz="1800"/>
            </a:pPr>
            <a:r>
              <a:t>  Body: { "completed": true }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Delete a todo:</a:t>
            </a:r>
          </a:p>
          <a:p>
            <a:pPr>
              <a:spcAft>
                <a:spcPts val="1200"/>
              </a:spcAft>
              <a:defRPr sz="1800"/>
            </a:pPr>
            <a:r>
              <a:t>  DELETE /todos/1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Full CRUD operations support</a:t>
            </a:r>
          </a:p>
          <a:p>
            <a:pPr>
              <a:spcAft>
                <a:spcPts val="1200"/>
              </a:spcAft>
              <a:defRPr sz="1800"/>
            </a:pPr>
            <a:r>
              <a:t>✅ RESTful API design principles</a:t>
            </a:r>
          </a:p>
          <a:p>
            <a:pPr>
              <a:spcAft>
                <a:spcPts val="1200"/>
              </a:spcAft>
              <a:defRPr sz="1800"/>
            </a:pPr>
            <a:r>
              <a:t>✅ Input validation for data integrity</a:t>
            </a:r>
          </a:p>
          <a:p>
            <a:pPr>
              <a:spcAft>
                <a:spcPts val="1200"/>
              </a:spcAft>
              <a:defRPr sz="1800"/>
            </a:pPr>
            <a:r>
              <a:t>✅ Proper HTTP status codes</a:t>
            </a:r>
          </a:p>
          <a:p>
            <a:pPr>
              <a:spcAft>
                <a:spcPts val="1200"/>
              </a:spcAft>
              <a:defRPr sz="1800"/>
            </a:pPr>
            <a:r>
              <a:t>✅ JSON request/response format</a:t>
            </a:r>
          </a:p>
          <a:p>
            <a:pPr>
              <a:spcAft>
                <a:spcPts val="1200"/>
              </a:spcAft>
              <a:defRPr sz="1800"/>
            </a:pPr>
            <a:r>
              <a:t>✅ Filter for active todos</a:t>
            </a:r>
          </a:p>
          <a:p>
            <a:pPr>
              <a:spcAft>
                <a:spcPts val="1200"/>
              </a:spcAft>
              <a:defRPr sz="1800"/>
            </a:pPr>
            <a:r>
              <a:t>✅ Error handling with meaningful messages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/>
            </a:pPr>
            <a:r>
              <a:t>Week 3 CRUD TODO API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